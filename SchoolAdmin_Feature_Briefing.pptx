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0a224724304a40" /><Relationship Type="http://schemas.openxmlformats.org/officeDocument/2006/relationships/extended-properties" Target="/docProps/app.xml" Id="R58b747583ac34db2" /><Relationship Type="http://schemas.openxmlformats.org/officeDocument/2006/relationships/officeDocument" Target="/ppt/presentation.xml" Id="R33c81ee6aa3043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b64545c594279"/>
  </p:sldMasterIdLst>
  <p:notesMasterIdLst>
    <p:notesMasterId xmlns:r="http://schemas.openxmlformats.org/officeDocument/2006/relationships" r:id="Rcba488939dec4a5e"/>
  </p:notesMasterIdLst>
  <p:sldIdLst>
    <p:sldId xmlns:r="http://schemas.openxmlformats.org/officeDocument/2006/relationships" id="256" r:id="R405f1d57366344ff"/>
    <p:sldId xmlns:r="http://schemas.openxmlformats.org/officeDocument/2006/relationships" id="257" r:id="Rc8ca1b047770411a"/>
    <p:sldId xmlns:r="http://schemas.openxmlformats.org/officeDocument/2006/relationships" id="258" r:id="R0e7e5d414c6f4721"/>
    <p:sldId xmlns:r="http://schemas.openxmlformats.org/officeDocument/2006/relationships" id="259" r:id="R53dd02371c1547a3"/>
    <p:sldId xmlns:r="http://schemas.openxmlformats.org/officeDocument/2006/relationships" id="260" r:id="R6ca4a807e6a7435e"/>
    <p:sldId xmlns:r="http://schemas.openxmlformats.org/officeDocument/2006/relationships" id="261" r:id="Re710dc3629054249"/>
    <p:sldId xmlns:r="http://schemas.openxmlformats.org/officeDocument/2006/relationships" id="262" r:id="R919a5cf82e264d23"/>
    <p:sldId xmlns:r="http://schemas.openxmlformats.org/officeDocument/2006/relationships" id="263" r:id="R5b43ea2a18ad4747"/>
    <p:sldId xmlns:r="http://schemas.openxmlformats.org/officeDocument/2006/relationships" id="264" r:id="R18a7605615a845c0"/>
    <p:sldId xmlns:r="http://schemas.openxmlformats.org/officeDocument/2006/relationships" id="265" r:id="R01b436e5322a4b0e"/>
    <p:sldId xmlns:r="http://schemas.openxmlformats.org/officeDocument/2006/relationships" id="266" r:id="R5398f63059fa44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b64545c594279" /><Relationship Type="http://schemas.openxmlformats.org/officeDocument/2006/relationships/theme" Target="/ppt/theme/theme1.xml" Id="R229dde52b08d4d39" /><Relationship Type="http://schemas.openxmlformats.org/officeDocument/2006/relationships/notesMaster" Target="/ppt/notesMasters/notesMaster1.xml" Id="Rcba488939dec4a5e" /><Relationship Type="http://schemas.openxmlformats.org/officeDocument/2006/relationships/presProps" Target="/ppt/presProps.xml" Id="R4c6113a60d1948bc" /><Relationship Type="http://schemas.openxmlformats.org/officeDocument/2006/relationships/viewProps" Target="/ppt/viewProps.xml" Id="R944ba721a2d64c56" /><Relationship Type="http://schemas.openxmlformats.org/officeDocument/2006/relationships/tableStyles" Target="/ppt/tableStyles.xml" Id="R119541f4c8254b55" /><Relationship Type="http://schemas.openxmlformats.org/officeDocument/2006/relationships/slide" Target="/ppt/slides/slide1.xml" Id="R405f1d57366344ff" /><Relationship Type="http://schemas.openxmlformats.org/officeDocument/2006/relationships/slide" Target="/ppt/slides/slide2.xml" Id="Rc8ca1b047770411a" /><Relationship Type="http://schemas.openxmlformats.org/officeDocument/2006/relationships/slide" Target="/ppt/slides/slide3.xml" Id="R0e7e5d414c6f4721" /><Relationship Type="http://schemas.openxmlformats.org/officeDocument/2006/relationships/slide" Target="/ppt/slides/slide4.xml" Id="R53dd02371c1547a3" /><Relationship Type="http://schemas.openxmlformats.org/officeDocument/2006/relationships/slide" Target="/ppt/slides/slide5.xml" Id="R6ca4a807e6a7435e" /><Relationship Type="http://schemas.openxmlformats.org/officeDocument/2006/relationships/slide" Target="/ppt/slides/slide6.xml" Id="Re710dc3629054249" /><Relationship Type="http://schemas.openxmlformats.org/officeDocument/2006/relationships/slide" Target="/ppt/slides/slide7.xml" Id="R919a5cf82e264d23" /><Relationship Type="http://schemas.openxmlformats.org/officeDocument/2006/relationships/slide" Target="/ppt/slides/slide8.xml" Id="R5b43ea2a18ad4747" /><Relationship Type="http://schemas.openxmlformats.org/officeDocument/2006/relationships/slide" Target="/ppt/slides/slide9.xml" Id="R18a7605615a845c0" /><Relationship Type="http://schemas.openxmlformats.org/officeDocument/2006/relationships/slide" Target="/ppt/slides/slide10.xml" Id="R01b436e5322a4b0e" /><Relationship Type="http://schemas.openxmlformats.org/officeDocument/2006/relationships/slide" Target="/ppt/slides/slide11.xml" Id="R5398f63059fa44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c2befa0b20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697eb70f444a3" /><Relationship Type="http://schemas.openxmlformats.org/officeDocument/2006/relationships/notesMaster" Target="/ppt/notesMasters/notesMaster1.xml" Id="R2bd69ea9587445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389354c5f4fe8" /><Relationship Type="http://schemas.openxmlformats.org/officeDocument/2006/relationships/notesMaster" Target="/ppt/notesMasters/notesMaster1.xml" Id="Rd9e16aff358842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b8bab690ec40e4" /><Relationship Type="http://schemas.openxmlformats.org/officeDocument/2006/relationships/notesMaster" Target="/ppt/notesMasters/notesMaster1.xml" Id="R561446302bae40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fc8e1ef3e74161" /><Relationship Type="http://schemas.openxmlformats.org/officeDocument/2006/relationships/notesMaster" Target="/ppt/notesMasters/notesMaster1.xml" Id="R11c0f7a4b7e046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7dc63bf3b940dc" /><Relationship Type="http://schemas.openxmlformats.org/officeDocument/2006/relationships/notesMaster" Target="/ppt/notesMasters/notesMaster1.xml" Id="Rfa744d57e54c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f22666bd0948ad" /><Relationship Type="http://schemas.openxmlformats.org/officeDocument/2006/relationships/notesMaster" Target="/ppt/notesMasters/notesMaster1.xml" Id="Rc9f99a27db154d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fae59a69384b59" /><Relationship Type="http://schemas.openxmlformats.org/officeDocument/2006/relationships/notesMaster" Target="/ppt/notesMasters/notesMaster1.xml" Id="Re9b679e7745b4a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134329d094479c" /><Relationship Type="http://schemas.openxmlformats.org/officeDocument/2006/relationships/notesMaster" Target="/ppt/notesMasters/notesMaster1.xml" Id="R34a2624f262046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7e6dad52f24a59" /><Relationship Type="http://schemas.openxmlformats.org/officeDocument/2006/relationships/notesMaster" Target="/ppt/notesMasters/notesMaster1.xml" Id="Rf2dbd07b9b304e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dc95e5754e4574" /><Relationship Type="http://schemas.openxmlformats.org/officeDocument/2006/relationships/notesMaster" Target="/ppt/notesMasters/notesMaster1.xml" Id="R7dec3f8ee1f2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57b0b9f8254d2a" /><Relationship Type="http://schemas.openxmlformats.org/officeDocument/2006/relationships/notesMaster" Target="/ppt/notesMasters/notesMaster1.xml" Id="R2b2c4d21d98e45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99b1ed3e7409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39669a04af43a2" /><Relationship Type="http://schemas.openxmlformats.org/officeDocument/2006/relationships/slideLayout" Target="/ppt/slideLayouts/slideLayout2.xml" Id="R7f5df7775b8746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df7775b8746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91c55a16b4dbd" /><Relationship Type="http://schemas.openxmlformats.org/officeDocument/2006/relationships/notesSlide" Target="/ppt/notesSlides/notesSlide1.xml" Id="Rd101126481b84d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909fc090447ec" /><Relationship Type="http://schemas.openxmlformats.org/officeDocument/2006/relationships/notesSlide" Target="/ppt/notesSlides/notesSlide2.xml" Id="R4fef992789e34f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99e72de24f495b" /><Relationship Type="http://schemas.openxmlformats.org/officeDocument/2006/relationships/notesSlide" Target="/ppt/notesSlides/notesSlide3.xml" Id="Rc43f2449ce1d41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8d5296c2634991" /><Relationship Type="http://schemas.openxmlformats.org/officeDocument/2006/relationships/notesSlide" Target="/ppt/notesSlides/notesSlide4.xml" Id="R5aacc6bebb0a46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5d42110f940c1" /><Relationship Type="http://schemas.openxmlformats.org/officeDocument/2006/relationships/notesSlide" Target="/ppt/notesSlides/notesSlide5.xml" Id="Rfa5bf86092bc44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d5abac29e44de" /><Relationship Type="http://schemas.openxmlformats.org/officeDocument/2006/relationships/notesSlide" Target="/ppt/notesSlides/notesSlide6.xml" Id="R845e677f5438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fddab5609f407d" /><Relationship Type="http://schemas.openxmlformats.org/officeDocument/2006/relationships/notesSlide" Target="/ppt/notesSlides/notesSlide7.xml" Id="Re485f845db50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93926472a453c" /><Relationship Type="http://schemas.openxmlformats.org/officeDocument/2006/relationships/notesSlide" Target="/ppt/notesSlides/notesSlide8.xml" Id="R3935d54466cf4e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22511a0e344ef" /><Relationship Type="http://schemas.openxmlformats.org/officeDocument/2006/relationships/notesSlide" Target="/ppt/notesSlides/notesSlide9.xml" Id="R18e2820e17cb45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0a17dde50e418e" /><Relationship Type="http://schemas.openxmlformats.org/officeDocument/2006/relationships/notesSlide" Target="/ppt/notesSlides/notesSlide10.xml" Id="R870f0193535640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ee4eeb5ee3409e" /><Relationship Type="http://schemas.openxmlformats.org/officeDocument/2006/relationships/notesSlide" Target="/ppt/notesSlides/notesSlide11.xml" Id="R351ac31e1da04a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AA124-386F-4040-A87B-49605C9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A91B3-EB91-4796-B740-3327011D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8E743-B23B-4F5C-B96B-4436260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F7508-0AD4-48C6-9BCC-B6F38F5E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6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77A97-4418-4A21-9669-B194E5AC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C5D1A4-1CB5-45C6-B7A5-825CA7A3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093558-4E62-4D0E-9709-4606867F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PRODUCT BRIEFING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CFE1D-B09C-4A90-B3A5-EE892219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09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SchoolAdmin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D19CA-E680-42D5-AE56-7F534695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581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EA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CEAFF"/>
                </a:solidFill>
                <a:latin typeface="Georgia"/>
                <a:ea typeface="Georgia"/>
                <a:cs typeface="Georgia"/>
              </a:rPr>
              <a:t>A role-based school management system ready for teacher review, code review, and live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577FF-C8AF-4AE4-9A8E-BCFBEA6E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Briefing purpose: explain the problem, product modules, access rules, deployment setup, and the exact test path reviewers should follow.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03B4D-52D7-4053-82B1-9BD6E233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9D2B0-EA18-4D6D-B108-771D77F2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00F47-0BBF-4F3B-8AAF-CAF28A3B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EA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EAFF"/>
                </a:solidFill>
                <a:latin typeface="Aptos"/>
                <a:ea typeface="Aptos"/>
                <a:cs typeface="Aptos"/>
              </a:rPr>
              <a:t>role portals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39245-0C78-4938-8C77-89A70852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3A8C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3A8C5"/>
                </a:solidFill>
                <a:latin typeface="Aptos"/>
                <a:ea typeface="Aptos"/>
                <a:cs typeface="Aptos"/>
              </a:rPr>
              <a:t>admin, teacher, accounts, student...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92385-E5E6-4437-9CB3-22F13EF7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2FBDA-7E72-47C0-9F58-EA598464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925FF-3596-43D1-8418-42DF8CE6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768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EA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EAFF"/>
                </a:solidFill>
                <a:latin typeface="Aptos"/>
                <a:ea typeface="Aptos"/>
                <a:cs typeface="Aptos"/>
              </a:rPr>
              <a:t>school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522AF-12EB-4E15-88F4-8613A2D4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67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3A8C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3A8C5"/>
                </a:solidFill>
                <a:latin typeface="Aptos"/>
                <a:ea typeface="Aptos"/>
                <a:cs typeface="Aptos"/>
              </a:rPr>
              <a:t>records, fees, marks,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68B6D-27B1-4636-9993-DC0B2FE1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9435C-B006-47FF-B2BD-A9EE2FA0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768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Cloud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30AD5-DF9C-4808-AB66-A2C413A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768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EA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EAFF"/>
                </a:solidFill>
                <a:latin typeface="Aptos"/>
                <a:ea typeface="Aptos"/>
                <a:cs typeface="Aptos"/>
              </a:rPr>
              <a:t>deployment 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65B3E-DB78-4FCD-A66C-76251234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3A8C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3A8C5"/>
                </a:solidFill>
                <a:latin typeface="Aptos"/>
                <a:ea typeface="Aptos"/>
                <a:cs typeface="Aptos"/>
              </a:rPr>
              <a:t>GitHub, Render, Vercel, Atlas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CA74C-C871-40E4-8704-8D4D64DE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DE4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DE4FF"/>
                </a:solidFill>
                <a:latin typeface="Aptos"/>
                <a:ea typeface="Aptos"/>
                <a:cs typeface="Aptos"/>
              </a:rPr>
              <a:t>Live demo URL: schooladmin-7tw8pooa5-alaminh.vercel.app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45AA9-016E-46E9-BF02-4AD57234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C9743-880B-4F49-BC69-7E6A5E7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SchoolAdmin | product briefing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5BA7D-8228-4A69-95AE-30B5AA04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83719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172A8-6D96-4B52-91EB-747661B8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F61382-8688-4EA7-B4E8-4AAE54BD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17A27F-624B-4312-9336-B3FA2A3D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EXECUTIVE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77F7B-7C5A-4FFA-9B67-37258A02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The project solves one school problem: scattered operations become one controlled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C912C-A9CC-492F-9C3F-C48C31E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0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Instead of separate spreadsheets for students, dues, marks, salaries, routines, and reports, SchoolAdmin centralizes daily school operations behind role-based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B6437-1B0A-41C5-9950-2A73BE2F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0BA9D-3537-4A29-A621-D1C31243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2D519-8EEE-4FD1-A07B-CBD73853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146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F6E9B-4343-42DC-8305-E29E3195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1467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Manual handoffs, duplicated records, unclear dues, and no single view of academic + finance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D820-A5AA-4013-90F4-A2E33DBB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9FB45-0FC3-413E-A189-179EA91D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59618-EE69-4C89-AC3A-BD23288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D5F67-EC4B-45CB-BB02-9F2E90F9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5287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dashboard with students, payments, marks, routines, staff, salaries, reports, and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16B31-DEDB-409E-8676-F919C8C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DCB89-2DF8-4791-89A0-F4D6112E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29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47454-C4EF-4BBD-A2AC-38791F7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910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33516-915E-40EE-9563-42A4EB6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91075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Permissions keep teachers, accounts staff, students, audit users, and admins inside the right boundaries.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E2D4A-E5AB-45B4-A90F-C6D3525E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7165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D2F74-AC8C-41B2-899A-20CADBC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Core promise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BD126-28F8-461C-8784-A70149F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336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reviewer can log in, see real demo data, test workflows, and understand how school rules are enforced.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879AC-FDAD-42C4-A9B5-CECE5C48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00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6D8E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6D8EF"/>
                </a:solidFill>
                <a:latin typeface="Aptos"/>
                <a:ea typeface="Aptos"/>
                <a:cs typeface="Aptos"/>
              </a:rPr>
              <a:t>That makes the project briefable, testable, and ready for feedback.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3061F-7892-40DF-8BE3-E9001C4A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BCE50-8984-4F43-98F3-45900D23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SchoolAdmin briefing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7D63E-700E-462F-917F-4A4EC15D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50567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CFBCD0-B614-4186-8AAB-4A0E41D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4C3D243-A3AA-47E4-B1FF-74DDB034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E2531A-D6B0-4AAC-877E-0DA63089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ACCESS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8FC9D-9C0C-4DE4-9451-87A01965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Eight demo roles let reviewers test permissions, not just screens.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498D3-A806-4465-85FE-AE7403B6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644AB-7F0A-41F2-B484-A84DF3E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81D7E-AB63-402E-B23A-21AD7F68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62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D3415-3684-400A-9549-75EEF3C3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Full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A06E8-938F-4752-8804-9813F81B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2F74E-A974-457B-B393-10118BEE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62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765F0-3B9C-4E09-92D8-7102EB80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62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30A65-8D7B-4E1A-9A47-DAA03E24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288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Academic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89B7D-50A8-4205-BB30-176704AD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B4B68-EFB7-44E0-BA61-E8590DCF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AF71B-2E76-4A20-9E5D-44467D40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62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Class Teacher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D14D5-69AC-46C5-ABD2-7E3269FD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288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class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0A73A-76AC-47EE-9728-BDB31423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4819C-4152-4BC1-933F-140EFB61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62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2945F-3D62-4B2D-87A4-B9229B96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62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Accountant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A2CBD-8F6A-45B1-BA4B-736FF50F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288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Fees + salary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32A175-18DE-408E-9B3A-842F46C6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0BED7-2E36-4DBA-B983-EE51AFF4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FD40E-5F5E-4480-A89E-B1B043F7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90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Accounts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2130A-D178-4005-A561-EB225AE6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57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Finance testing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07A26-CFCC-4727-9D56-E8FBF34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8137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9003A-C923-46AD-95AB-F5684DF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90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7C38F-419F-412D-BB8E-03B8E0C5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90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BC866-4BA3-4487-AC96-5C3B484C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57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Own profile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5E346-C447-4B0A-B53D-DBB75B92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E303C7-2050-4D0A-B532-A274D646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6EB8F-9011-49E7-84F5-5987A507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90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Employee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0DF4A-3324-45C4-AC15-10BF933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57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Own salary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7E953-BA75-4341-B9F1-1BE51A8F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266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5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6AE6FE-3145-4BF9-8196-F2A566EB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90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BB4DA6-336E-45C9-80F8-072451A5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590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18C1A-2678-45FB-B377-0DAD4916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857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Read-only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02F0CE-A564-43D2-BFD4-6136736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Demo login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18FE31-03FB-479A-833B-0B2E0D75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admin@school.test / test1234. Login page also offers one-click demo buttons for key roles.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DC1A47-6748-489D-AAEB-B64E84A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73D4B2-BD24-4410-A296-A9A4C530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 rules from README and demo account config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1FD5DD-537A-4FE5-AFD3-865C8A31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70916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5E669-AB1E-4421-81AE-3AC3FCDA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8BBE68E-77C5-4015-8857-2C8A1EA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94F6AB-D2D8-418C-96B2-983F87C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413AF-173D-41F7-BDD8-85E9E928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The platform is organized around five operating lanes.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3CC95-B521-48E5-ADA2-65B12648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9875"/>
            <a:ext cx="2400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E5C02-8240-456A-B01E-2A2029C7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337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SchoolAdmin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Core ERP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F1271-8600-41B6-AE2B-4C522972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48156-4F10-4028-931D-1F4A03A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0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A46D6-18B8-47C3-AF16-CEBA2E6B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4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Student 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F0F22-6232-498C-B5F3-28192190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90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profiles, guardians, classes, 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7D2FB-575B-4E7C-BFAF-AE81B6EB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EBCC7-4E75-4040-B47B-FC181F32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0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270E7-4521-48E1-B84C-02037C30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4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Academic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B3483-BB07-41CB-B4B5-6A8B6B2B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90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marks, result cards, routines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09D1A-40B7-4332-A87A-8602ADC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FE260-0184-4FCA-A6E1-AE0BCAD4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B995A-70E9-417C-B3B9-0C14DF1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95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Finance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80E5C-6192-4262-A3C5-3D02FB16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434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fees, payments, due tracking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5FF1F-0DAE-4353-A548-EC0D237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ACDD1-06FE-407C-B759-12F964D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52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0B702-50B5-4EAB-BF1B-0565223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95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People + Salary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362AE-E09D-468F-B052-DF5B9034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434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employees, salary, increments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1F7E8-ECC3-4C45-9724-5A030DB6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8162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B2304-386D-49B8-97B5-EF94CD11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10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75432-DD4D-4877-8FF1-C4CA00D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55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Settings +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040CA-39C6-4313-BFE3-F781B04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800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school identity, summary views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7A92E-961F-485D-8FF2-FAA90422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5D139-E736-49FF-AD8D-3A3C2E0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81200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35BA5-589F-4F22-94C0-5AA3FDC6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D9669-17B9-4EC6-9692-1F4C7D91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33950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08BDB8-B516-4D66-8F4E-0358845D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9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03582-BE5A-4C86-90E0-0A0DBEDA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1D13C-F834-4538-A325-B1CF269F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SchoolAdmin briefing deck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ABACBB-5B17-4EBF-BBB8-D6710B54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85026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803D0-FEEE-497E-8C9E-16D5474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5C744A-89B3-4298-80B1-4F2F334C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7984ED-0D51-4FBF-BA8D-BC8B4E1D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DASHBOARD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C6451-1764-4AD7-AD53-629EEAD8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The first screen is built for decisions: enrollment, dues, collection, marks, routine, and staff.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D06A4-471D-4493-BD4F-F3D6798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Active Students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BD75D-FB33-4690-87A9-9A9ADDB4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85950"/>
            <a:ext cx="495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01A4C-0B21-4436-9D8F-329C0136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85950"/>
            <a:ext cx="42454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F9DD0-0CEA-49D8-8A08-43E08497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47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0AB77-6CB1-4AC3-8BDC-0A074FE9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Due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0361A-7E1F-459E-8D43-F66C0B1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00300"/>
            <a:ext cx="495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0601F-1725-4A71-AB50-2ED914A3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00300"/>
            <a:ext cx="42454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BBB4F-B701-480B-B897-E1605E8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6DBAE-E38C-43CD-9A3D-38931960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Marks Entered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71693-C074-4CE4-A5B8-E14DB054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14650"/>
            <a:ext cx="495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E32D8-073D-404D-94E1-4EF35A35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14650"/>
            <a:ext cx="488224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6AE45-9B86-4305-A1B4-ABCF248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96DFB-8290-4101-A15B-15564702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Result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24ECA-08E5-4B00-B5CD-E685D549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29000"/>
            <a:ext cx="495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4346A-7F65-4973-9A76-71AA378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29000"/>
            <a:ext cx="127362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3E8CE-D151-4D69-85EA-C8E20542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2DE26-33CF-4CC7-A1AB-A874C80E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Routine Slots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60F56-3053-47D6-844F-1AB9B1E4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43350"/>
            <a:ext cx="495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46E7F-37B5-4D2B-8ECD-70A4AB36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43350"/>
            <a:ext cx="228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8809A-E03B-48B8-93C2-C645006D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BF163-3908-4738-BB25-52603248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Employees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F8D11-307A-4416-B5FE-7FF5761F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495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41190C-012D-4DA5-B8CB-BD0A7A12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228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B23DF-BD6E-4E8A-981D-C2303C8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19EE7-2E6B-449C-9295-9337A20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047875" cy="233362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DC0016-B14A-41FC-AA58-912A09BA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4312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08C18-E43B-4DE1-9B8A-6890005B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956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collection 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83B29A-8158-4F67-A2CC-8B3D4BE2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7D6E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7D6EA"/>
                </a:solidFill>
                <a:latin typeface="Aptos"/>
                <a:ea typeface="Aptos"/>
                <a:cs typeface="Aptos"/>
              </a:rPr>
              <a:t>Collected fees and visible dues are promoted into the dashboard hero so finance status is obvious.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5DE01B-59C5-42B2-A31A-84C29AB4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5B19B4-0C0A-477E-90A3-32524E4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data values from dashboard and README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9445AE-5DF1-4A75-8643-DCADB8A0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51092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B31D3-342D-47D6-8205-C4AAA721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57FDB1-C8E3-4B3C-81C1-4709E4AA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A4519A-9668-459E-AA58-B78DCA15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ACADEMIC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E3A5-6521-4DB3-8513-31FCB6F7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Academic work moves from student setup to marks, routines, and printable results.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0D616-8668-42E7-86A4-41576B6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8FAF8-EE87-4C64-80A2-DEB1A080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66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1167B-E4E6-479C-AEBE-6D76A777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431D8-77F9-49C1-805B-2FB82F65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Student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AEE74-DE9C-4163-9D8D-E70E661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Class, roll/ID, guardian, status, due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0703E-29E6-4F74-AA55-BA7AADD1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39768-CE59-42BA-9B18-3E7D5426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33625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39075-72E8-4A10-836E-2D649271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66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856F9-1C09-40F1-8F2C-FE635AC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0027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0EDC5-BA36-494E-891A-5F37F56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19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Marks entry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851CE-6F91-4140-9CC3-60F8F6CD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766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Monthly, semester, class-test rules with weighted contribution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BFA89-87E2-48EC-95A5-9C4CF2BF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38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2399D-8D51-434B-A01E-74C94DC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5D0BD-5B82-4F26-90DB-8AECE438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66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64A40-CBF8-4684-BE8B-9C19BB4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027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CB62A-ED87-4098-A249-572AEF1A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Routine planning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7FD01D-AB0A-4E91-9E9E-9929F8A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Day, time, teacher, room; overlap checks prevent conflicts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E6C55-AD4D-430B-A80E-2A3E91C1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1E9BE-9E56-494D-B7B1-ED998F0C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33625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35D5D-FB82-48F3-9F4E-12934C6C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66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6D805-EFCC-4658-BE56-33D652CB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0027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E8395-44EA-4422-A59F-295760D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19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Result cards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ED5371-E77D-4E2F-9BCF-9E198A9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766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Highest mark, class position, final result summaries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7425C-9421-4E34-8D68-9036337D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Business rules reduce teacher workload and protect data quality: duplicate roll checks, mark limits, exam-number limits, and schedule-overlap prevention.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C9FD0-327E-42E6-B1ED-ADA0A735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22B35-FE1C-4E29-BB37-A5287CF7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SchoolAdmin briefing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83437-8DA7-4096-8FA7-B8583DF6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3390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361EA-64B5-498D-B900-C8F4E02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B1EEEF-DD29-48A2-9263-1E56ECF8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693429-85E1-4EFD-912E-B572A9A8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FINANCE + HR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86679-5BB5-46D3-B9ED-97D9B83F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Finance and staff operations share the same ledger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16B58-55A1-4AC6-8A29-DC9D73CA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D8DF8-FBA2-4552-BAA5-1C2DE35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B78F8-D4D6-467C-BF31-96A762C6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47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1369F-6092-46F2-A24D-F3BE929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95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Class/month/exam fee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0D828-5DC5-455E-8731-0706F311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1FFAE-661C-41FF-A3E5-3925D20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A7EAA-5B04-428E-92D7-1136F234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EA806-F3DB-42BB-B241-9830CDE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paid, partial, unpaid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2A63B-A3BC-49A2-B0DD-614F0E0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7620E-1BC9-41A9-9A73-7F731DB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5755D-49CE-4B2C-B933-6A16954A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Due recalculation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067CE-5A18-4AA5-AEFC-350B421C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student due updates automatically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58B3E-14F8-4E3C-B9C8-162A8BBC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6577C-22CE-4532-A81E-76A2A36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9791E-DAFD-4B9B-82B2-21F10954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672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Salary ledger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6EF06-39BA-447E-9291-C01D97D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148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employee salary + increments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8E54E-8EF8-440A-B811-7A05FC84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E40C9-764C-42F0-BB77-013EE257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47AE6-84BA-4D1A-954E-480ECDD6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95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32999-DE8D-4A0A-B7BC-00CED225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Reviewer angle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3EEF2-1633-4606-83D4-347DDF43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BFF"/>
                </a:solidFill>
                <a:latin typeface="Aptos"/>
                <a:ea typeface="Aptos"/>
                <a:cs typeface="Aptos"/>
              </a:rPr>
              <a:t>Test fee generation, receipt printing, due updates, salary payment, and increment history.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4B4A5-72AE-4CA2-A003-F9BFBCCE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003A55-14A4-4E9D-8495-FAD0B804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Finance and HR modules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E20646-0B08-42E1-8BC7-97DBB0D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64560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5AB37-1962-47F5-BB4F-F4B4CD67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081254-C0D7-41C4-9149-4FB98C8F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28587A-8352-49B2-A164-2D1FF096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RULES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51965-5B0E-4E83-832C-7F73AED2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The app is more than CRUD: validation rules encode school policy.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1E189-EB94-453F-80F1-5DCE6E4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810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2C053-BD4F-481C-AB87-A29412AA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17082-86C0-4D4D-8930-CF87FA10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7000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71A3D"/>
                </a:solidFill>
                <a:latin typeface="Aptos"/>
                <a:ea typeface="Aptos"/>
                <a:cs typeface="Aptos"/>
              </a:rPr>
              <a:t>Class + roll required; roll stays unique inside class; admin controls delete.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DB6ED-A012-41DC-A96F-41A57B08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7BD69-2E83-4F75-8AC8-198192BC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431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681FC-4C5B-472E-80AC-B5F9F112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43175"/>
            <a:ext cx="7000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71A3D"/>
                </a:solidFill>
                <a:latin typeface="Aptos"/>
                <a:ea typeface="Aptos"/>
                <a:cs typeface="Aptos"/>
              </a:rPr>
              <a:t>Exam number ranges, total mark limits, contribution cap, class position calculation.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A58B5-B3BE-4D4A-BA5F-BC781E47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FBFCB-350B-4132-91B6-02C2981B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Routine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A0731-E437-43E0-BFAF-A973BE4A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33725"/>
            <a:ext cx="7000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71A3D"/>
                </a:solidFill>
                <a:latin typeface="Aptos"/>
                <a:ea typeface="Aptos"/>
                <a:cs typeface="Aptos"/>
              </a:rPr>
              <a:t>End time must be later; class and teacher overlapping slots are rejected.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ECD78-0009-4216-B6AF-20596942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AE32A-45CA-445D-9C00-EED4A3B4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2248F-9C95-4043-BDD9-35EDE432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24275"/>
            <a:ext cx="7000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71A3D"/>
                </a:solidFill>
                <a:latin typeface="Aptos"/>
                <a:ea typeface="Aptos"/>
                <a:cs typeface="Aptos"/>
              </a:rPr>
              <a:t>Due = total - paid; payment status and salary due recalculate automatically.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376D-B04C-441F-8BF7-099099A7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35431-69A3-4CB7-8DEB-3F176E75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148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EF8F0-54D1-4BF4-A5A0-382AEBBD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7000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71A3D"/>
                </a:solidFill>
                <a:latin typeface="Aptos"/>
                <a:ea typeface="Aptos"/>
                <a:cs typeface="Aptos"/>
              </a:rPr>
              <a:t>Class teacher sees one class; student/employee users see their own records.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DD189-5FD2-4812-AED7-69B898C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Briefing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95599-2EAF-4C4A-92AD-869FB0D7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911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These rules are what make the project useful for real school operations: fewer manual checks, fewer accidental conflicts, and clearer accountability.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61502-776B-4B6A-9AC3-9E3F95F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B2DE8-0F8F-4264-9EA4-355220E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SchoolAdmin briefing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11B70-5123-4AA2-BD5D-9785F060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34160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46BE4D-5CB4-47BB-8FAE-6A6DD22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4F3A7B-8524-4963-AC5F-CB78AAEE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3AE825-D1D0-4DB8-B533-D052F40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DEPLOYMENT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99B6D-250C-4730-B175-06CF26F5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The build is cloud-ready: Vercel frontend, Render API, MongoDB Atlas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EEE64-441F-43C0-991C-0E7E8F28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87FA0-441D-4092-827C-69DC2DE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4CA65-5309-48B1-8CCD-341C2D60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57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User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D7D67-7906-4319-AF35-C17292C6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8612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mobile/desktop reviewers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DAA9-EDC6-49F7-89B5-776150E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94FDD-17E8-47E3-A002-49AB71BA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AF635-7F4C-4E81-9FE3-A15CF4D1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764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89006-4879-4FA8-A984-D6AFAB91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5050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React + Vite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4C1E4-8A5D-412F-946B-C7A6FD2C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E509D-07DC-4D13-904D-C121993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24F77-C5B5-498D-B04C-2C45635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57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39724-CC3C-4214-9AD6-A128229D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Express API + static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5609B-62F3-404F-A892-A971A617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D9224-5570-4B89-A9AC-6817983D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F06C6-F0B8-498A-A89A-4B16AE79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764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MongoDB Atlas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DE321-F293-4A9B-BFC3-05C9DFA6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050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EducationManagement database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58ED4-D67D-49B2-BC6E-519E9FD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59A3E-8B15-49F6-881E-BE62AAD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00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C0DFE-FAB7-4728-93E6-3B1DF243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3719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43F8F-D196-4047-9DAA-23E8D4C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005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main branch deploy source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1ED98-E191-4390-9808-3CDEA292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C60C8-DA65-4AC0-ACA9-4A2B8EAA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336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C2EF7-9088-43A4-9190-55A3BF8D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3AB6F-B97C-441E-B459-E3D45656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A6ACB0-3A20-4E48-9C72-99E6B980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84B40-EFFB-430F-AB55-BD426074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57825"/>
            <a:ext cx="2247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Build: npm ci &amp;&amp; npm run 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6414F-89F4-4D0D-88E1-A39A3DE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81625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11F4B-DE3F-4CD0-AC2D-835B17E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57825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Start: npm start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0D0174-7711-4D96-BAFE-BD4D04E2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81625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F30125-6310-4B68-98D8-F3EED15E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57825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Health: /api/health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F71A87-38C5-4DED-9375-5FC1DFB7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81625"/>
            <a:ext cx="2095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90E73E-1BE9-4E18-8D2B-3CCB4111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57825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DB: EducationManagement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0707A6-9122-489C-A4DF-C90D73F0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CC8699-5D19-48C2-8DF7-3F13A39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Deployment notes from render.yaml, vercel.json, DEPLOYMENT_STEPS.md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39B04-DD71-4B95-B319-D16813A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01020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2C931-D796-4CF0-9798-5A5CC924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D9FC412-9A16-4875-A4F6-2F6D2F62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9958DC-AA69-4CA4-9DAD-26073DCD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842E7-57C3-40BB-B985-45B0774F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Use this sequence to brief and test the project in under ten minutes.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36D55-3F9D-44CB-90C5-558E21CF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673DE-93EC-48D3-A2AE-E2F64CE7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619AF-3F5F-48AC-86A4-A4658B16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C594E-F32C-4DB6-8F2D-4B4416CD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43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4F4DA-583A-47C1-B15F-40D61F4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Admin Demo or admin@school.test / test1234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E9CA9-2E16-46BB-BF84-76F98C06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097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72686-2E3E-45A0-AA24-D5FD655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71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807A3-1500-41B9-9EAE-CA208AA0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669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87156-A6EB-4429-933A-95D7CD01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43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31BB6-B11F-4768-880A-F43F89FB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Check KPIs, quick actions, light/dark mode, mobile layout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5EF65-92B1-4C72-9A7F-C2DD927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AF6C8-0C38-41A6-A2A3-FEF1E0B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D72CE-9B0E-4BC4-8F78-3FA3B156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9A3D5-72B3-46BF-9E0D-23D10639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7FD65-C7FD-49C9-8B2C-4D109D04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Add/search/edit a student; open full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6EB19-C3B9-4898-82F2-96ABF1D6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765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2C98C-29C2-4CC3-91A5-7A0672D7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38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58EE1-1D2F-4A41-A21C-F56663BB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337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E48C8-1CAF-4399-B70E-FC289079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1AAF2-4AB1-4804-9EB5-7B0222DA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575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Generate fees, record payment, inspect due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12BEA-8FDF-4D45-B7A6-4002478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488C0-6867-499D-989B-79DF1CC3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CA8E0-A68F-4AB4-8D03-6EEABBB5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8F122-F1C7-40DF-B1CA-ED984E98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Academics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63BB9-591A-4BE0-946C-72B154E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 marks, view result cards, check class position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4FA43-E174-4C2F-932C-CC618E4E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433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E1601-EC57-43E7-9DDC-D6E88135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05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629F3-B494-482F-B00C-7CC221C3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00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6EA27-9179-4CD5-8FED-2FA94DE0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7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16058-37EA-43D8-A7EC-EBEB9ED1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243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Routine overlap check, employee salary, settings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6E8D95-280B-4C15-98FA-23F15A2D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Ask reviewers to report: bugs, broken permission boundaries, missing school workflows, confusing UI, mobile issues, and deployment problems.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F2DA14-AAED-4352-8F95-D69EA050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25BE7-F353-4525-9F4D-943940B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SchoolAdmin briefing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981E8F-9E7B-4383-8885-3D082D1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88038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4BB06-C61C-4DD8-960D-12FC4E4B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5FD104B-595F-4858-ACCB-6D11D14E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7BD9C9-17AD-4724-803C-64365B83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ROADMAP +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FD259-C57E-4718-9767-3E6CB564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next version should move from school operations to school communication.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6F241-EBE9-45EB-AEB8-E0FB0491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0F2E3-7973-49A9-B36A-804DC4C9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3EA08-E5ED-4C96-A9C9-0C8B705D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002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A268D-ED91-4FD8-AD58-8E12D157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02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class/date-wise tracking and parent alerts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3801E-407B-4240-B061-B143253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3A65B-340D-49FF-9C0E-4138FC9E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26E4C-8E48-46E9-A966-C12D7CF6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09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Parent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AC91D-FF01-4235-AE39-9C35ED87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notices, dues, results, and 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6686B-9AC7-4C51-9ACE-F9DFCCF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D3281-05EF-4A9B-8C27-A42AE782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73A01-AEAD-4CEA-8AF5-9B09CEF3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Online 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CC856-3591-4A64-A7F3-D3DEF5A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194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gateway, receipt, and PDF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B2262-5C28-426A-BD35-7925071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2AEB8-791C-4AFC-9D5D-7A3C5DE4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1CCC0-85A1-4AA5-B00F-75895142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14B38-2988-4F77-9AD4-F68D079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290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admin action history and accountability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86F3F-FF1D-46DF-8807-E315A069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446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A0346-83E9-4C87-9443-7DB7E4D2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6C418-9A79-45F1-80D3-7EA1B91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386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E2AC7-85DE-4D96-BC1D-643F5F04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FD2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FD2EA"/>
                </a:solidFill>
                <a:latin typeface="Aptos"/>
                <a:ea typeface="Aptos"/>
                <a:cs typeface="Aptos"/>
              </a:rPr>
              <a:t>monthly collection, unpaid fees, performance charts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99274-1EF8-4B3C-AE7A-5BA5DB18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31432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761A7-0423-420B-BED4-A0E8ED65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Feedback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FF61B-34EF-473B-A749-D0FC93DF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95600"/>
            <a:ext cx="2428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D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071A3D"/>
                </a:solidFill>
                <a:latin typeface="Georgia"/>
                <a:ea typeface="Georgia"/>
                <a:cs typeface="Georgia"/>
              </a:rPr>
              <a:t>Please review workflows, test permissions, check mobile, and suggest the highest-value school feature to build next.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FA2FBB-C324-4A05-A5E0-32CB2EC0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Live link and demo credentials are included in the speaker 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05674-4252-4ECD-B16C-B20093B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43B1C-7AE7-42D4-AE9E-D42CAFEE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Roadmap items from README recommended upgrades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7797EC-73A9-401C-9977-6C7E27C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3324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2026-05-07T22:39:03.1760000Z</dcterms:created>
  <dcterms:modified xsi:type="dcterms:W3CDTF">2026-05-07T22:39:03.1760000Z</dcterms:modified>
</coreProperties>
</file>